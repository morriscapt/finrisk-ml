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60270"/>
            <a:ext cx="73152" cy="82296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438912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Financial Default
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83230"/>
            <a:ext cx="438912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Using machine learning to identify companies
at risk of financial collapse — before it happens.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69105"/>
            <a:ext cx="438912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Dataset: 4,256 companies · 51 financial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188970"/>
            <a:ext cx="5029200" cy="30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28700"/>
            <a:ext cx="84124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EEE"/>
                </a:solidFill>
                <a:latin typeface="Calibri"/>
              </a:rPr>
              <a:t>SECTION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48790"/>
            <a:ext cx="8412480" cy="195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Understanding
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901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EEEE"/>
                </a:solidFill>
                <a:latin typeface="Calibri"/>
              </a:rPr>
              <a:t>Who are the companies in this dataset and how do we spot the ones in trouble?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Step 1: Some data was missing — we decided what was safe to keep</a:t>
            </a:r>
          </a:p>
        </p:txBody>
      </p:sp>
      <p:pic>
        <p:nvPicPr>
          <p:cNvPr id="4" name="Picture 3" descr="nb_img_10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36" y="756094"/>
            <a:ext cx="7591527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Red bars cross the dashed line (over 40% of data missing) — those columns were dropped entirely as too unreliable to use.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Orange &amp; blue columns had smaller gaps — we cleaned those by removing any individual rows still missing values.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After cleaning: 1,042 fully complete company records remained out of the original 4,256.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Only 1 in 18 companies ever defaulted — making them rare and hard to detect</a:t>
            </a:r>
          </a:p>
        </p:txBody>
      </p:sp>
      <p:pic>
        <p:nvPicPr>
          <p:cNvPr id="4" name="Picture 3" descr="nb_img_1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218" y="756094"/>
            <a:ext cx="5739563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The tiny red slice (5.5%) shows companies that went into negative net worth — our definition of 'default'.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A model that simply said 'no one will default' would score 94.5% accuracy — but miss every real case. Accuracy alone is a trap.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Our models were built specifically to hunt down that small red slice without raising endless false alarms.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Most companies sit in a normal financial range — a few are extreme outliers</a:t>
            </a:r>
          </a:p>
        </p:txBody>
      </p:sp>
      <p:pic>
        <p:nvPicPr>
          <p:cNvPr id="4" name="Picture 3" descr="nb_img_1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33" y="756094"/>
            <a:ext cx="4776734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Each panel shows one financial measure. The dashed line is the midpoint. Most companies pile up on the left side of each chart.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The long right tails are a small number of very large or highly distressed companies pulling the average far from typical.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We capped those extremes before training — like removing a broken scale so it doesn't throw off all the measurements.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Defaulting companies look dramatically different from healthy ones</a:t>
            </a:r>
          </a:p>
        </p:txBody>
      </p:sp>
      <p:pic>
        <p:nvPicPr>
          <p:cNvPr id="4" name="Picture 3" descr="nb_img_1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470" y="756094"/>
            <a:ext cx="4299060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Green boxes = healthy companies. Red boxes = defaulters. Where the red box sits much higher or lower, that metric is a warning signal.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Defaulters carry far more debt (top-left &amp; centre panels) and earn far less profit (top-right panel) than their healthy peers.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Defaulters also hold much weaker cash buffers (bottom-left) — less ability to pay their bills when they come due.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Many financial figures move in lockstep — using duplicates confuses the model</a:t>
            </a:r>
          </a:p>
        </p:txBody>
      </p:sp>
      <p:pic>
        <p:nvPicPr>
          <p:cNvPr id="4" name="Picture 3" descr="nb_img_1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001" y="756094"/>
            <a:ext cx="3215998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Dark green cells = two measures rise and fall almost perfectly together (e.g. Total Assets and Net Worth tell nearly the same story).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Feeding a model two signals that say the same thing is like calling the same witness twice — it adds noise, not evidence.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We identified all these overlapping pairs and removed the redundant ones before building any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188970"/>
            <a:ext cx="5029200" cy="30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28700"/>
            <a:ext cx="84124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EEE"/>
                </a:solidFill>
                <a:latin typeface="Calibri"/>
              </a:rPr>
              <a:t>SECTION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48790"/>
            <a:ext cx="8412480" cy="195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Cleaning the Data &amp;
Building the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9014"/>
            <a:ext cx="841248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EEE"/>
                </a:solidFill>
                <a:latin typeface="Calibri"/>
              </a:rPr>
              <a:t>Removing overlapping signals, then training two very different prediction approaches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After removing overlapping signals, 28 clean independent measures remained</a:t>
            </a:r>
          </a:p>
        </p:txBody>
      </p:sp>
      <p:pic>
        <p:nvPicPr>
          <p:cNvPr id="4" name="Picture 3" descr="nb_img_3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18" y="756094"/>
            <a:ext cx="3828363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Every bar here is a financial metric kept in the first model. All bars stay left of the red dashed line — no two signals overlap too much.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Green = highly independent signals (most trustworthy). Orange = moderate overlap. Red = higher but still within safe limits.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This clean-up step only applies to Logistic Regression. The Random Forest handles overlapping signals on its 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First model, first attempt: caught every defaulter — but raised too many false alarms</a:t>
            </a:r>
          </a:p>
        </p:txBody>
      </p:sp>
      <p:pic>
        <p:nvPicPr>
          <p:cNvPr id="4" name="Picture 3" descr="nb_img_3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66" y="756094"/>
            <a:ext cx="6318668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This grid is a scoreboard. Bottom-right = real defaulters the model correctly caught. Top-right = healthy companies wrongly flagged.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All 3 real defaulters identified. But 5 healthy companies were also unnecessarily alarmed.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5 false alarms for every 3 real catches is too noisy — it wastes investigation time and damages trust in the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Second model, first attempt: zero false alarms — but missed most real defaulters</a:t>
            </a:r>
          </a:p>
        </p:txBody>
      </p:sp>
      <p:pic>
        <p:nvPicPr>
          <p:cNvPr id="4" name="Picture 3" descr="nb_img_4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66" y="756094"/>
            <a:ext cx="6318668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This model only raised a flag when it was extremely confident — producing zero false alarms (top-right = 0). 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But it only caught 1 of the 3 real defaulters and missed 2 entirely (bottom-left = 2). 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Missing 2 in 3 real defaults is dangerous — those are credit losses that slip through unnoticed until it is too 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Tuned first model: catches every defaulter AND nearly eliminates false alarms</a:t>
            </a:r>
          </a:p>
        </p:txBody>
      </p:sp>
      <p:pic>
        <p:nvPicPr>
          <p:cNvPr id="4" name="Picture 3" descr="nb_img_4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66" y="756094"/>
            <a:ext cx="7139867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Left chart: the green line shoots to the top-left corner — near-perfect separation of risky from safe companies.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The red dot marks the optimal decision point: only raise an alert if the model is over 98.5% confident a company will default.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 dirty="0">
                <a:solidFill>
                  <a:srgbClr val="1A1A1A"/>
                </a:solidFill>
                <a:latin typeface="Calibri"/>
              </a:rPr>
              <a:t>Right grid: all 3 real defaulters caught, just 1 false alarm  — a dramatic improvement over the starting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Tuned second model: same excellent result — and a more robust way to get there</a:t>
            </a:r>
          </a:p>
        </p:txBody>
      </p:sp>
      <p:pic>
        <p:nvPicPr>
          <p:cNvPr id="4" name="Picture 3" descr="nb_img_4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52" y="756094"/>
            <a:ext cx="6291295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Left grid: 3 defaulters caught, 1 false alarm — identical final outcome to the tuned first model.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Right chart: we tested 20 different configurations during training to find the best settings for this dataset.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The Random Forest reaches the same result without requiring manual adjustment of the decision threshold — easier to deploy reliably.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188970"/>
            <a:ext cx="5029200" cy="30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28700"/>
            <a:ext cx="84124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EEE"/>
                </a:solidFill>
                <a:latin typeface="Calibri"/>
              </a:rPr>
              <a:t>SECTION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48790"/>
            <a:ext cx="8412480" cy="195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Comparing All Models
&amp; Picking a Winner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9014"/>
            <a:ext cx="841248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EEE"/>
                </a:solidFill>
                <a:latin typeface="Calibri"/>
              </a:rPr>
              <a:t>Which approach works best — and what does the model actually look at?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Both tuned models perform equally well — the Random Forest wins on robustness</a:t>
            </a:r>
          </a:p>
        </p:txBody>
      </p:sp>
      <p:pic>
        <p:nvPicPr>
          <p:cNvPr id="4" name="Picture 3" descr="nb_img_5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94" y="756094"/>
            <a:ext cx="7205812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Left: four models compared side by side. The green and red bars (tuned models) lead on every metric that matters.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'Recall' — did we catch all real defaulters? = 100% for both tuned models. 'F1 Score' (the overall balance) jumped from ~52% to 86%.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Right: all four models hug the top-left corner — near-perfect ability to rank companies from safest to most at-risk.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model's #1 signal: shrinking profit margins — visible months before a default</a:t>
            </a:r>
          </a:p>
        </p:txBody>
      </p:sp>
      <p:pic>
        <p:nvPicPr>
          <p:cNvPr id="4" name="Picture 3" descr="nb_img_5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57" y="756094"/>
            <a:ext cx="6065886" cy="266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482149"/>
            <a:ext cx="8412480" cy="1609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The longer the bar, the more that financial signal drove the model's decisions. Red bars = the top 3 most powerful.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'Profit Before Tax as % of Income' is the single strongest predictor — when margins start falling, a company is heading for trouble.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Earnings Per Share (EPS) ranks #2 — it is publicly visible and typically drops well before a company formally defaults.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188970"/>
            <a:ext cx="5029200" cy="30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28700"/>
            <a:ext cx="84124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EEE"/>
                </a:solidFill>
                <a:latin typeface="Calibri"/>
              </a:rPr>
              <a:t>SECTION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48790"/>
            <a:ext cx="8412480" cy="195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Should
We Do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9014"/>
            <a:ext cx="841248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EEEE"/>
                </a:solidFill>
                <a:latin typeface="Calibri"/>
              </a:rPr>
              <a:t>Turning the model's output into concrete business decisions and 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437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7212"/>
            <a:ext cx="8412480" cy="69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Recommendations: Putting the Model to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00112"/>
            <a:ext cx="402336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80000"/>
                </a:solidFill>
                <a:latin typeface="Calibri"/>
              </a:rPr>
              <a:t>Deploy &amp;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63027"/>
            <a:ext cx="4023360" cy="3677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Use the Tuned Random Forest as the primary credit risk screening tool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Flag any company scoring ≥ 98.5% risk probability for immediate review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Build a monthly dashboard tracking profit margins and EPS per borrower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Retrain the model annually with fresh financial data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Combine model scores with human judgement for final credit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00112"/>
            <a:ext cx="402336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80000"/>
                </a:solidFill>
                <a:latin typeface="Calibri"/>
              </a:rPr>
              <a:t>Risk Response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63027"/>
            <a:ext cx="4023360" cy="3677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🔴 High risk (≥ 98.5%): freeze credit, trigger full audit immediately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🟡 Medium risk (50–98%): enhanced monitoring, quarterly financial review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🟢 Low risk (&lt; 50%): standard annual review cycle maintained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Alert the team if the model's catch-rate drops below 95% on new data</a:t>
            </a:r>
          </a:p>
          <a:p>
            <a:pPr marL="285750" indent="-285750">
              <a:spcBef>
                <a:spcPts val="400"/>
              </a:spcBef>
              <a:buChar char="▸"/>
            </a:pPr>
            <a:r>
              <a:rPr sz="1300">
                <a:solidFill>
                  <a:srgbClr val="1A1A1A"/>
                </a:solidFill>
                <a:latin typeface="Calibri"/>
              </a:rPr>
              <a:t>Watch for: 2+ quarters of declining profit margins as the earliest warning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97355"/>
            <a:ext cx="914400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8897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EEEE"/>
                </a:solidFill>
                <a:latin typeface="Calibri"/>
              </a:rPr>
              <a:t>Financial Default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1231</Words>
  <Application>Microsoft Office PowerPoint</Application>
  <PresentationFormat>On-screen Show (16:9)</PresentationFormat>
  <Paragraphs>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Morris Maina</dc:creator>
  <cp:keywords/>
  <dc:description>generated using python-pptx</dc:description>
  <cp:lastModifiedBy>Morris Maina</cp:lastModifiedBy>
  <cp:revision>3</cp:revision>
  <dcterms:created xsi:type="dcterms:W3CDTF">2013-01-27T09:14:16Z</dcterms:created>
  <dcterms:modified xsi:type="dcterms:W3CDTF">2026-04-15T19:56:47Z</dcterms:modified>
  <cp:category/>
</cp:coreProperties>
</file>